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791" y="9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38BDF8"/>
                </a:solidFill>
              </a:defRPr>
            </a:pPr>
            <a:r>
              <a:t>Cloud Project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BD5E1"/>
                </a:solidFill>
              </a:defRPr>
            </a:pPr>
            <a:r>
              <a:t>Assessment 3: EC2, S3 &amp; Cloud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Presented by [Your Name] •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Deploy an EC2 instance and S3 bucket on AWS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Demonstrate secure connection between EC2 and S3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Compare AWS with Microsoft Azure cloud services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Highlight core cloud computing concepts and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Cloud Computing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On-demand self-service and scalability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Infrastructure as a Service (IaaS) model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Virtualisation and resource pooling principles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Public cloud deployment model (AWS ownership)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EC2 Instance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Launched EC2 instance using Amazon Linux 2023 AMI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t3.micro type, free tier, balanced CPU/memory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Secure SSH access with key pair &amp; security groups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Configured storage and started instance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6576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ysDash"/>
          </a:ln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[EC2 Instance Console Screenshot]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814389-C290-160C-6217-C8389E2754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61914"/>
            <a:ext cx="4236243" cy="3619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S3 Bucket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ysDash"/>
          </a:ln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[S3 Bucket Settings Screenshot]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Created S3 bucket in matching region (Sydney)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Enabled versioning, encryption (SSE-S3)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Configured tags, logging, and private access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Object-based storage with high durability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EBEA4-B33F-599F-544B-1F2B020A91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4" y="1287939"/>
            <a:ext cx="4632818" cy="3398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EC2–S3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IAM role created (AmazonS3FullAccess) for EC2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Connected EC2 to S3 with AWS CLI (secure method)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Test file upload and listing confirmed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Role-based permissions for cloud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6576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ysDash"/>
          </a:ln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[AWS CLI Test Output Screenshot]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D9EAF1-E36E-35CD-3A0A-6BC727AB81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057281"/>
            <a:ext cx="4411266" cy="3607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AWS vs Azure: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AWS EC2 offers more instance choices than Azure VM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Azure excels at Windows integration, enterprise identity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S3 and Blob Storage both have strong durability, but Azure is cheaper per GB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AWS IAM simpler for cloud-native, Azure AAD is advanced for enterprise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Service Model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86200" cy="3200400"/>
          </a:xfrm>
          <a:prstGeom prst="rect">
            <a:avLst/>
          </a:prstGeom>
          <a:solidFill>
            <a:srgbClr val="334155"/>
          </a:solidFill>
          <a:ln w="12700">
            <a:solidFill>
              <a:srgbClr val="F1F5F9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38BDF8"/>
                </a:solidFill>
              </a:defRPr>
            </a:pPr>
            <a:r>
              <a:t>AWS Strengths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Largest global footprint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Developer-focused tools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Linux &amp; web application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886200" cy="3200400"/>
          </a:xfrm>
          <a:prstGeom prst="rect">
            <a:avLst/>
          </a:prstGeom>
          <a:solidFill>
            <a:srgbClr val="334155"/>
          </a:solidFill>
          <a:ln w="12700">
            <a:solidFill>
              <a:srgbClr val="F1F5F9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38BDF8"/>
                </a:solidFill>
              </a:defRPr>
            </a:pPr>
            <a:r>
              <a:t>Azure Strengths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Hybrid cloud deployment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Enterprise identity (AAD, RBAC)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Windows &amp; business app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For academic projects and Linux apps, AWS excels in simplicity and performance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For enterprise Windows and hybrid identity needs, Azure offers superior solutions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Both providers suitable for scalable, secure cloud deployments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Choose based on integration demand, strategic goals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BD5E1"/>
                </a:solidFill>
              </a:defRPr>
            </a:pPr>
            <a:r>
              <a:t>The deployment of EC2 and S3 demonstrates cloud principles of scalability, security, and flexibility. AWS and Azure both provide robust platforms; selection should match user needs and integration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370</Words>
  <Application>Microsoft Office PowerPoint</Application>
  <PresentationFormat>On-screen Show (16:9)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muhammadsubhan222333@gmail.com</cp:lastModifiedBy>
  <cp:revision>3</cp:revision>
  <dcterms:created xsi:type="dcterms:W3CDTF">2013-01-27T09:14:16Z</dcterms:created>
  <dcterms:modified xsi:type="dcterms:W3CDTF">2025-11-26T15:54:17Z</dcterms:modified>
  <cp:category/>
</cp:coreProperties>
</file>